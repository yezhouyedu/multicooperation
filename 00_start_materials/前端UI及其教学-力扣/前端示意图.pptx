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672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8E973E2-B4D9-75BC-C977-1FA1BB4C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867"/>
            <a:ext cx="12192000" cy="57742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780E1F-C0AC-7021-FC87-417C3E6DD1D3}"/>
              </a:ext>
            </a:extLst>
          </p:cNvPr>
          <p:cNvSpPr/>
          <p:nvPr/>
        </p:nvSpPr>
        <p:spPr>
          <a:xfrm>
            <a:off x="0" y="384679"/>
            <a:ext cx="12265572" cy="5360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62CA53-1B48-DC7E-5709-6B8F712A5B45}"/>
              </a:ext>
            </a:extLst>
          </p:cNvPr>
          <p:cNvSpPr txBox="1"/>
          <p:nvPr/>
        </p:nvSpPr>
        <p:spPr>
          <a:xfrm>
            <a:off x="7151238" y="132430"/>
            <a:ext cx="3758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最上方的功能区，我们有一个提交的功能在中间就可以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1415AA-0CED-DDE3-2969-310374786503}"/>
              </a:ext>
            </a:extLst>
          </p:cNvPr>
          <p:cNvSpPr txBox="1"/>
          <p:nvPr/>
        </p:nvSpPr>
        <p:spPr>
          <a:xfrm>
            <a:off x="1426253" y="3400097"/>
            <a:ext cx="3758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A</a:t>
            </a:r>
            <a:r>
              <a:rPr lang="zh-CN" altLang="en-US" sz="4800" b="1" dirty="0"/>
              <a:t>材料区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921AF0-1951-E7BD-E9C3-C9340C83167F}"/>
              </a:ext>
            </a:extLst>
          </p:cNvPr>
          <p:cNvSpPr txBox="1"/>
          <p:nvPr/>
        </p:nvSpPr>
        <p:spPr>
          <a:xfrm>
            <a:off x="7626306" y="2411073"/>
            <a:ext cx="3758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B</a:t>
            </a:r>
            <a:r>
              <a:rPr lang="zh-CN" altLang="en-US" sz="4800" b="1" dirty="0"/>
              <a:t>任务区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EB3CD7-276F-E494-1CE2-15309AFBA70C}"/>
              </a:ext>
            </a:extLst>
          </p:cNvPr>
          <p:cNvSpPr txBox="1"/>
          <p:nvPr/>
        </p:nvSpPr>
        <p:spPr>
          <a:xfrm>
            <a:off x="7589520" y="4997668"/>
            <a:ext cx="3758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C_AI</a:t>
            </a:r>
            <a:r>
              <a:rPr lang="zh-CN" altLang="en-US" sz="4800" b="1" dirty="0"/>
              <a:t>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F833BE-792C-8579-DD51-7386DF7CE7B8}"/>
              </a:ext>
            </a:extLst>
          </p:cNvPr>
          <p:cNvSpPr txBox="1"/>
          <p:nvPr/>
        </p:nvSpPr>
        <p:spPr>
          <a:xfrm>
            <a:off x="3608201" y="1281210"/>
            <a:ext cx="2540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材料区的功能区，这里的左侧放各个材料的切换按钮右侧放</a:t>
            </a:r>
            <a:r>
              <a:rPr lang="en-US" altLang="zh-CN" b="1" dirty="0"/>
              <a:t>-</a:t>
            </a:r>
            <a:r>
              <a:rPr lang="zh-CN" altLang="en-US" b="1" dirty="0"/>
              <a:t>放大与截图按钮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B3D868-46C9-8ABC-4FF7-711C686CC941}"/>
              </a:ext>
            </a:extLst>
          </p:cNvPr>
          <p:cNvSpPr/>
          <p:nvPr/>
        </p:nvSpPr>
        <p:spPr>
          <a:xfrm>
            <a:off x="146094" y="1008993"/>
            <a:ext cx="5876334" cy="2648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6E60DE-ADE2-1CDC-90E5-6E28D2AB5D9A}"/>
              </a:ext>
            </a:extLst>
          </p:cNvPr>
          <p:cNvSpPr/>
          <p:nvPr/>
        </p:nvSpPr>
        <p:spPr>
          <a:xfrm>
            <a:off x="6226328" y="1205536"/>
            <a:ext cx="5876334" cy="2648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252684-A759-5684-9D01-50ECB5B02BA4}"/>
              </a:ext>
            </a:extLst>
          </p:cNvPr>
          <p:cNvSpPr txBox="1"/>
          <p:nvPr/>
        </p:nvSpPr>
        <p:spPr>
          <a:xfrm>
            <a:off x="9875520" y="1629102"/>
            <a:ext cx="2316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同样功能区放置▼的一个功能键使得这个区能够全屏到半屏</a:t>
            </a:r>
            <a:r>
              <a:rPr lang="en-US" altLang="zh-CN" b="1" dirty="0"/>
              <a:t>+</a:t>
            </a:r>
            <a:r>
              <a:rPr lang="zh-CN" altLang="en-US" b="1" dirty="0"/>
              <a:t>全屏的功能键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27939B-CE31-C85D-4204-127A668F8955}"/>
              </a:ext>
            </a:extLst>
          </p:cNvPr>
          <p:cNvSpPr txBox="1"/>
          <p:nvPr/>
        </p:nvSpPr>
        <p:spPr>
          <a:xfrm>
            <a:off x="9558106" y="4177861"/>
            <a:ext cx="2540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这里的功能区则是▲与全屏键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5898ED-24C8-0D72-798E-4C94966F5108}"/>
              </a:ext>
            </a:extLst>
          </p:cNvPr>
          <p:cNvSpPr txBox="1"/>
          <p:nvPr/>
        </p:nvSpPr>
        <p:spPr>
          <a:xfrm>
            <a:off x="4876799" y="2915570"/>
            <a:ext cx="21924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各个区之间能够通过鼠标放在界限上调整各个区的边界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8D53C4-43ED-4D30-75CA-949D77367792}"/>
              </a:ext>
            </a:extLst>
          </p:cNvPr>
          <p:cNvSpPr/>
          <p:nvPr/>
        </p:nvSpPr>
        <p:spPr>
          <a:xfrm>
            <a:off x="10039481" y="3937175"/>
            <a:ext cx="1975945" cy="3510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1688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100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凤豪 孙</cp:lastModifiedBy>
  <cp:revision>5</cp:revision>
  <dcterms:created xsi:type="dcterms:W3CDTF">2023-08-09T12:44:00Z</dcterms:created>
  <dcterms:modified xsi:type="dcterms:W3CDTF">2026-04-22T03:47:25Z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